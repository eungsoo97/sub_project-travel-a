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71" r:id="rId12"/>
    <p:sldId id="273" r:id="rId13"/>
    <p:sldId id="264" r:id="rId14"/>
    <p:sldId id="265" r:id="rId15"/>
    <p:sldId id="266" r:id="rId16"/>
    <p:sldId id="272" r:id="rId17"/>
    <p:sldId id="267" r:id="rId18"/>
    <p:sldId id="268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B11A-C276-43DB-9B57-54C05A4DE8B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594-3E67-4FC4-955F-C4B68C079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964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B11A-C276-43DB-9B57-54C05A4DE8B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594-3E67-4FC4-955F-C4B68C079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116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B11A-C276-43DB-9B57-54C05A4DE8B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594-3E67-4FC4-955F-C4B68C079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627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B11A-C276-43DB-9B57-54C05A4DE8B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594-3E67-4FC4-955F-C4B68C079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945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B11A-C276-43DB-9B57-54C05A4DE8B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594-3E67-4FC4-955F-C4B68C079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223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B11A-C276-43DB-9B57-54C05A4DE8B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594-3E67-4FC4-955F-C4B68C079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797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B11A-C276-43DB-9B57-54C05A4DE8B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594-3E67-4FC4-955F-C4B68C079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5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B11A-C276-43DB-9B57-54C05A4DE8B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594-3E67-4FC4-955F-C4B68C079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587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B11A-C276-43DB-9B57-54C05A4DE8B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594-3E67-4FC4-955F-C4B68C079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3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B11A-C276-43DB-9B57-54C05A4DE8B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594-3E67-4FC4-955F-C4B68C079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878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B11A-C276-43DB-9B57-54C05A4DE8B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594-3E67-4FC4-955F-C4B68C079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1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6B11A-C276-43DB-9B57-54C05A4DE8B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B9594-3E67-4FC4-955F-C4B68C079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543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7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직사각형 4"/>
          <p:cNvSpPr/>
          <p:nvPr/>
        </p:nvSpPr>
        <p:spPr>
          <a:xfrm>
            <a:off x="10226675" y="704056"/>
            <a:ext cx="1076325" cy="32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05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86779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8612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2764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604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86472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6528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35338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1839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28534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11773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4612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5647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85211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74684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2777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2115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72403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0</Words>
  <Application>Microsoft Office PowerPoint</Application>
  <PresentationFormat>와이드스크린</PresentationFormat>
  <Paragraphs>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soldesk</dc:creator>
  <cp:lastModifiedBy>soldesk</cp:lastModifiedBy>
  <cp:revision>4</cp:revision>
  <dcterms:created xsi:type="dcterms:W3CDTF">2026-04-21T03:31:31Z</dcterms:created>
  <dcterms:modified xsi:type="dcterms:W3CDTF">2026-04-21T05:59:21Z</dcterms:modified>
</cp:coreProperties>
</file>